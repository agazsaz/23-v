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6" d="100"/>
          <a:sy n="66" d="100"/>
        </p:scale>
        <p:origin x="104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260C61-8E22-BA7C-F4CB-021C127BFD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SSH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3725C6-9E70-94A7-D5AB-1108192ABA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Потапов Иван 28ИПО8481</a:t>
            </a:r>
          </a:p>
        </p:txBody>
      </p:sp>
    </p:spTree>
    <p:extLst>
      <p:ext uri="{BB962C8B-B14F-4D97-AF65-F5344CB8AC3E}">
        <p14:creationId xmlns:p14="http://schemas.microsoft.com/office/powerpoint/2010/main" val="1964322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F76BA0-9DF7-C159-DA8D-236CC54B5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Что такое SSH? Безопасное подключение к серверам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87E7D5-C65C-EB5D-D4BA-B5371B4DA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D5DC840-7C22-F3C5-6A2B-25E44853C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4915" y="2052116"/>
            <a:ext cx="3912116" cy="389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403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ADB29-780B-A89F-EB91-3DC36378E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766D6A-47C7-EE88-A64C-A95085657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«Проверка источников» — откуда SSH берёт настройки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DE1659-E4D0-1C16-137C-22CB85760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9A968DA-C989-D722-64D6-1E8083DA2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859" y="2075438"/>
            <a:ext cx="3495007" cy="397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54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945F3-48FC-BBBF-4D44-BA54A18A9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B07A05-0887-69A6-9981-D130D68AD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Заголовок: Магия SSH: три вида туннелей (Port </a:t>
            </a:r>
            <a:r>
              <a:rPr lang="ru-RU" b="1" dirty="0" err="1"/>
              <a:t>Forwarding</a:t>
            </a:r>
            <a:r>
              <a:rPr lang="ru-RU" b="1" dirty="0"/>
              <a:t>)</a:t>
            </a: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504ADFB4-EEED-D8E3-EBD2-C68ED27787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2453" y="2178144"/>
            <a:ext cx="3997325" cy="399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812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03245-61A4-CB03-0491-F40E79EC9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9F3A42-EC9B-645A-7619-654504DFC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Заголовок: Проверка «источника» сервера — защита от MITM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965390D-9FF8-5AEC-AF0A-E22037B23F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80965" y="2131126"/>
            <a:ext cx="3242749" cy="3242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279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078D4-2880-AC4D-C430-2A153B89B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2647DD-22F2-B917-F3F0-7494AB849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Итоги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8320614-DE28-2091-A4BF-C63A66D0AF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19455" y="2052638"/>
            <a:ext cx="4504028" cy="399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900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6D79A-5CC1-3339-49D3-24B761301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0BD859-58FE-D37B-6917-E16AE8A6C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СПС ЗА ВНИМАНИЕ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ABC7577-83A3-ED74-F470-7BD44B6761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19455" y="2052638"/>
            <a:ext cx="4504028" cy="399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0437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Мэдисон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{53ABEB17-D50D-45B7-88E5-C271215EED65}TF37254b02-f5b5-44b0-803d-e6af9466a02430b15390-63aae61ef10a</Template>
  <TotalTime>185</TotalTime>
  <Words>48</Words>
  <Application>Microsoft Office PowerPoint</Application>
  <PresentationFormat>Широкоэкранный</PresentationFormat>
  <Paragraphs>8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MS Shell Dlg 2</vt:lpstr>
      <vt:lpstr>Wingdings</vt:lpstr>
      <vt:lpstr>Wingdings 3</vt:lpstr>
      <vt:lpstr>Мэдисон</vt:lpstr>
      <vt:lpstr>SSH</vt:lpstr>
      <vt:lpstr>Что такое SSH? Безопасное подключение к серверам</vt:lpstr>
      <vt:lpstr>«Проверка источников» — откуда SSH берёт настройки</vt:lpstr>
      <vt:lpstr>Заголовок: Магия SSH: три вида туннелей (Port Forwarding)</vt:lpstr>
      <vt:lpstr>Заголовок: Проверка «источника» сервера — защита от MITM</vt:lpstr>
      <vt:lpstr>Итоги</vt:lpstr>
      <vt:lpstr>СПС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Шакальный Anonimous</dc:creator>
  <cp:lastModifiedBy>Шакальный Anonimous</cp:lastModifiedBy>
  <cp:revision>1</cp:revision>
  <dcterms:created xsi:type="dcterms:W3CDTF">2026-04-20T21:20:51Z</dcterms:created>
  <dcterms:modified xsi:type="dcterms:W3CDTF">2026-04-21T00:26:16Z</dcterms:modified>
</cp:coreProperties>
</file>